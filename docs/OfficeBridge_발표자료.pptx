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4173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지란지교 해커톤 · STEP 2 MVP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594360" y="1874520"/>
            <a:ext cx="10881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OfficeBridge</a:t>
            </a:r>
            <a:endParaRPr lang="en-US" sz="6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24612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없이, 브라우저와 앱만으로 — 클라이언트리스 제로트러스트 게이트웨이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22960" y="457200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132B5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572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/ 앱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3108960" y="4572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11880" y="457200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0C51A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11880" y="4572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897880" y="4572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400800" y="457200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0C51A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0" y="4572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커넥터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686800" y="4572000"/>
            <a:ext cx="502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9189720" y="4572000"/>
            <a:ext cx="2286000" cy="777240"/>
          </a:xfrm>
          <a:prstGeom prst="roundRect">
            <a:avLst>
              <a:gd name="adj" fmla="val 11765"/>
            </a:avLst>
          </a:prstGeom>
          <a:solidFill>
            <a:srgbClr val="132B57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9189720" y="45720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시스템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기존 VPN 방식의 한계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566928" cy="566928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4" name="Text 2"/>
          <p:cNvSpPr/>
          <p:nvPr/>
        </p:nvSpPr>
        <p:spPr>
          <a:xfrm>
            <a:off x="685800" y="1600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1508760" y="154533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설치·설정이 번거롭다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508760" y="19476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클라이언트 배포, 프로필 설정, 접속 장애 대응까지 관리 부담이 큽니다.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85800" y="2834640"/>
            <a:ext cx="566928" cy="566928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8" name="Text 6"/>
          <p:cNvSpPr/>
          <p:nvPr/>
        </p:nvSpPr>
        <p:spPr>
          <a:xfrm>
            <a:off x="685800" y="2834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508760" y="277977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한 번 붙으면 사내망 전체가 열린다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508760" y="31821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“암묵적 신뢰” 구조 — 접속 이후엔 추가 검증이 없습니다.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4069080"/>
            <a:ext cx="566928" cy="566928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" y="40690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508760" y="4014216"/>
            <a:ext cx="9692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퇴사·기기 분실 시 회수가 느리다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508760" y="4416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VPN 계정/프로필을 일일이 찾아 끄지 않으면 접근이 남아있습니다.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9412"/>
            </a:avLst>
          </a:prstGeom>
          <a:solidFill>
            <a:srgbClr val="EAF1FB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" y="56235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51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OfficeBridge의 답: 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브라우저/앱만으로 접속하고, 모든 요청을 매번 다시 검증합니다.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아키텍처 — 인바운드 포트를 열지 않는다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237744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254203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51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브라우저 / 데스크톱 앱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회사코드 + 계정(+MFA)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3063240" y="237744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429000" y="237744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0C51A1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566160" y="254203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릴레이 서버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인증 · 정책 · 감사로그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852160" y="237744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17920" y="237744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355080" y="254203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51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커넥터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355080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사내망 안, 아웃바운드 전용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641080" y="2377440"/>
            <a:ext cx="365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9006840" y="2377440"/>
            <a:ext cx="2423160" cy="1371600"/>
          </a:xfrm>
          <a:prstGeom prst="roundRect">
            <a:avLst>
              <a:gd name="adj" fmla="val 8000"/>
            </a:avLst>
          </a:prstGeom>
          <a:solidFill>
            <a:srgbClr val="EAF1FB"/>
          </a:solidFill>
          <a:ln/>
          <a:effectLst>
            <a:outerShdw sx="100000" sy="100000" kx="0" ky="0" algn="bl" rotWithShape="0" blurRad="101600" dist="38100" dir="5400000">
              <a:srgbClr val="000000">
                <a:alpha val="1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9144000" y="2542032"/>
            <a:ext cx="2148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C51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 시스템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0" y="31546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ERP · GitLab · 그룹웨어 …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커넥터가 먼저 릴레이로 아웃바운드 WSS 터널을 열고, 모든 요청은 인증 → 정책 → 행위기반 검증을 거쳐야만 전달됩니다.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1097280" y="50292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0A1E3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97280" y="513892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1097280" y="5760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사내망 인바운드 포트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800600" y="50292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0A1E3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800600" y="513892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매 요청</a:t>
            </a:r>
            <a:endParaRPr lang="en-US" sz="2600" dirty="0"/>
          </a:p>
        </p:txBody>
      </p:sp>
      <p:sp>
        <p:nvSpPr>
          <p:cNvPr id="24" name="Text 22"/>
          <p:cNvSpPr txBox="1"/>
          <p:nvPr/>
        </p:nvSpPr>
        <p:spPr>
          <a:xfrm>
            <a:off x="4800600" y="5760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재검증 (캐시된 신뢰 없음)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8503920" y="5029200"/>
            <a:ext cx="3383280" cy="1234440"/>
          </a:xfrm>
          <a:prstGeom prst="roundRect">
            <a:avLst>
              <a:gd name="adj" fmla="val 7407"/>
            </a:avLst>
          </a:prstGeom>
          <a:solidFill>
            <a:srgbClr val="0A1E3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503920" y="5138928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즉시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8503920" y="576072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회수 → 자동 로그아웃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핵심 차별점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41732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737360"/>
            <a:ext cx="502920" cy="502920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1691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게이트형 + MFA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23774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로그인 전엔 트래픽 없음. 관리자 커넥터는 TOTP 2차 인증까지.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263640" y="141732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9" name="Shape 7"/>
          <p:cNvSpPr/>
          <p:nvPr/>
        </p:nvSpPr>
        <p:spPr>
          <a:xfrm>
            <a:off x="6583680" y="1737360"/>
            <a:ext cx="502920" cy="502920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10" name="Text 8"/>
          <p:cNvSpPr/>
          <p:nvPr/>
        </p:nvSpPr>
        <p:spPr>
          <a:xfrm>
            <a:off x="6583680" y="17373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315200" y="169164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완전 자가등록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0" y="237744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회사코드+계정으로 앱에서 직접 인증 — 관리자가 파일을 만들 필요 없음.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40080" y="374904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14" name="Shape 12"/>
          <p:cNvSpPr/>
          <p:nvPr/>
        </p:nvSpPr>
        <p:spPr>
          <a:xfrm>
            <a:off x="960120" y="4069080"/>
            <a:ext cx="502920" cy="502920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15" name="Text 13"/>
          <p:cNvSpPr/>
          <p:nvPr/>
        </p:nvSpPr>
        <p:spPr>
          <a:xfrm>
            <a:off x="96012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1691640" y="40233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접근 회수 = 즉시 로그아웃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960120" y="47091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퇴사·기기 분실 시 조직도에서 한 번, 앱은 자동으로 튕겨나감.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263640" y="3749040"/>
            <a:ext cx="5257800" cy="1965960"/>
          </a:xfrm>
          <a:prstGeom prst="roundRect">
            <a:avLst>
              <a:gd name="adj" fmla="val 4651"/>
            </a:avLst>
          </a:prstGeom>
          <a:solidFill>
            <a:srgbClr val="EAF1FB"/>
          </a:solidFill>
          <a:ln/>
        </p:spPr>
      </p:sp>
      <p:sp>
        <p:nvSpPr>
          <p:cNvPr id="19" name="Shape 17"/>
          <p:cNvSpPr/>
          <p:nvPr/>
        </p:nvSpPr>
        <p:spPr>
          <a:xfrm>
            <a:off x="6583680" y="4069080"/>
            <a:ext cx="502920" cy="502920"/>
          </a:xfrm>
          <a:prstGeom prst="ellipse">
            <a:avLst/>
          </a:prstGeom>
          <a:solidFill>
            <a:srgbClr val="0C51A1"/>
          </a:solidFill>
          <a:ln/>
        </p:spPr>
      </p:sp>
      <p:sp>
        <p:nvSpPr>
          <p:cNvPr id="20" name="Text 18"/>
          <p:cNvSpPr/>
          <p:nvPr/>
        </p:nvSpPr>
        <p:spPr>
          <a:xfrm>
            <a:off x="6583680" y="40690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4023360"/>
            <a:ext cx="3977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/ macOS 동시 지원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583680" y="4709160"/>
            <a:ext cx="4617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커넥터·브릿지 앱 모두 두 플랫폼 설치 파일을 바로 배포.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바로 확인 가능합니다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1097280" y="169164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B5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185623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58775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구성요소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(릴레이·커넥터·브릿지)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800600" y="169164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B57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800600" y="185623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258775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지원 플랫폼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(Windows·macOS)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8503920" y="1691640"/>
            <a:ext cx="3383280" cy="1600200"/>
          </a:xfrm>
          <a:prstGeom prst="roundRect">
            <a:avLst>
              <a:gd name="adj" fmla="val 5714"/>
            </a:avLst>
          </a:prstGeom>
          <a:solidFill>
            <a:srgbClr val="132B57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503920" y="1856232"/>
            <a:ext cx="33832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0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8503920" y="2587752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다운로드 파일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EAF1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(앱 2종 × 2 OS)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3703320"/>
            <a:ext cx="10881360" cy="2423160"/>
          </a:xfrm>
          <a:prstGeom prst="roundRect">
            <a:avLst>
              <a:gd name="adj" fmla="val 3774"/>
            </a:avLst>
          </a:prstGeom>
          <a:solidFill>
            <a:srgbClr val="FFFFFF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914400" y="39319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C51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둘러볼 포인트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389120"/>
            <a:ext cx="10332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회사코드 + 계정 로그인 → 본인이 접근 가능한 시스템만 클릭 한 번으로 접속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관리자 콘솔: 조직도(트리·검색), 정책접근관리, 2차 인증(MFA), 실시간 접속 로그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3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[설치 파일] 페이지에서 로그인 없이 Windows/Mac 앱 바로 다운로드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486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640080" y="155448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EAF1FB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18745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C51A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지금 되는 것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46888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실사용 조직도 관리 (추가/수정/삭제)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MFA 계정별·전체 필수 지정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Windows/Mac 자가등록 앱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63640" y="1554480"/>
            <a:ext cx="5257800" cy="3566160"/>
          </a:xfrm>
          <a:prstGeom prst="roundRect">
            <a:avLst>
              <a:gd name="adj" fmla="val 2564"/>
            </a:avLst>
          </a:prstGeom>
          <a:solidFill>
            <a:srgbClr val="EAF1FB"/>
          </a:solidFill>
          <a:ln/>
        </p:spPr>
      </p:sp>
      <p:sp>
        <p:nvSpPr>
          <p:cNvPr id="8" name="Shape 6"/>
          <p:cNvSpPr/>
          <p:nvPr/>
        </p:nvSpPr>
        <p:spPr>
          <a:xfrm>
            <a:off x="6583680" y="1874520"/>
            <a:ext cx="1463040" cy="384048"/>
          </a:xfrm>
          <a:prstGeom prst="roundRect">
            <a:avLst>
              <a:gd name="adj" fmla="val 50000"/>
            </a:avLst>
          </a:prstGeom>
          <a:solidFill>
            <a:srgbClr val="00C39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0" y="1874520"/>
            <a:ext cx="1463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다음 단계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46888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멀티테넌트 (회사코드별 데이터 분리)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세션·터널 상태 영속화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–"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커넥터 모니터링 대시보드 (F-10)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OfficeBridge — 지란지교 해커톤 STEP 2 MVP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2026-08-27T07:56:07Z</dcterms:created>
  <dcterms:modified xsi:type="dcterms:W3CDTF">2026-08-27T07:56:07Z</dcterms:modified>
</cp:coreProperties>
</file>