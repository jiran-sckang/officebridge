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지란지교 해커톤 · STEP 2 MVP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745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없이, 브라우저와 앱만으로 — 클라이언트리스 제로트러스트 게이트웨이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32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/ 앱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4572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45720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C51A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4572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45720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C51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4572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89720" y="45720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32B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8972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시스템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VPN 방식의 한계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453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설치·설정이 번거롭다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476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배포, 프로필 설정, 접속 장애 대응까지 관리 부담이 큽니다.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566928" cy="566928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77977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붙으면 사내망 전체가 열린다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1821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“암묵적 신뢰” 구조 — 접속 이후엔 추가 검증이 없습니다.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566928" cy="566928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1421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퇴사·기기 분실 시 회수가 느리다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16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계정/프로필을 일일이 찾아 끄지 않으면 접근이 남아있습니다.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OfficeBridge의 답: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브라우저/앱만으로 접속하고, 모든 요청을 매번 다시 검증합니다.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— 인바운드 포트를 열지 않는다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25420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/ 데스크톱 앱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회사코드 + 계정(+MFA)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37744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9000" y="237744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0C51A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25420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 서버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· 정책 · 감사로그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37744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25420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사내망 안, 아웃바운드 전용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37744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06840" y="237744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0" y="25420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시스템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GitLab · 그룹웨어 …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커넥터가 먼저 릴레이로 아웃바운드 WSS 터널을 열고, 모든 요청은 인증 → 정책 → 행위기반 검증을 거쳐야만 전달됩니다.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50292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A1E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1389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760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사내망 인바운드 포트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50292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A1E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51389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요청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5760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재검증 (캐시된 신뢰 없음)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50292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A1E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0" y="51389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5760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회수 → 자동 로그아웃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차별점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37360"/>
            <a:ext cx="502920" cy="502920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게이트형 + MFA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전엔 트래픽 없음. 관리자 커넥터는 TOTP 2차 인증까지.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691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자가등록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3774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회사코드+계정으로 앱에서 직접 인증 — 관리자가 파일을 만들 필요 없음.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069080"/>
            <a:ext cx="502920" cy="502920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23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회수 = 즉시 로그아웃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091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퇴사·기기 분실 시 조직도에서 한 번, 앱은 자동으로 튕겨나감.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4069080"/>
            <a:ext cx="502920" cy="502920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023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동시 지원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7091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커넥터·브릿지 앱 모두 두 플랫폼 설치 파일을 바로 배포.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바로 확인 가능합니다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계정 없이, 실서비스 초기 상태로 운영 중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2B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9659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2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10712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구성요소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(릴레이·커넥터·브릿지)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9659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2B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81344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플랫폼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(Windows·macOS)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19659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2B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51976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51976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파일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(앱 2종 × 2 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둘러볼 포인트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회사코드 + 계정 로그인 → 본인이 접근 가능한 시스템만 클릭 한 번으로 접속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콘솔: 조직도(트리·검색), 정책접근관리, 2차 인증(MFA), 실시간 접속 로그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[설치 파일] 페이지에서 로그인 없이 Windows/Mac 앱 바로 다운로드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AF1F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74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C51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되는 것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조직도 관리 (추가/수정/삭제)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계정별·전체 필수 지정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Windows/Mac 자가등록 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AF1FB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1874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688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멀티테넌트 (회사코드별 데이터 분리)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세션·터널 상태 영속화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 모니터링 대시보드 (F-10)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— 지란지교 해커톤 STEP 2 MVP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2026-08-27T07:45:05Z</dcterms:created>
  <dcterms:modified xsi:type="dcterms:W3CDTF">2026-08-27T07:45:05Z</dcterms:modified>
</cp:coreProperties>
</file>