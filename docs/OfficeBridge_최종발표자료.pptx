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38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5577840"/>
            <a:ext cx="512064" cy="512064"/>
          </a:xfrm>
          <a:prstGeom prst="ellipse">
            <a:avLst/>
          </a:prstGeom>
          <a:solidFill>
            <a:srgbClr val="1E5FB0"/>
          </a:solidFill>
          <a:ln/>
        </p:spPr>
      </p:sp>
      <p:sp>
        <p:nvSpPr>
          <p:cNvPr id="3" name="Shape 1"/>
          <p:cNvSpPr/>
          <p:nvPr/>
        </p:nvSpPr>
        <p:spPr>
          <a:xfrm>
            <a:off x="10149840" y="557784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0" y="5577840"/>
            <a:ext cx="512064" cy="512064"/>
          </a:xfrm>
          <a:prstGeom prst="ellipse">
            <a:avLst/>
          </a:prstGeom>
          <a:solidFill>
            <a:srgbClr val="1E5FB0"/>
          </a:solidFill>
          <a:ln/>
        </p:spPr>
      </p:sp>
      <p:sp>
        <p:nvSpPr>
          <p:cNvPr id="5" name="Shape 3"/>
          <p:cNvSpPr/>
          <p:nvPr/>
        </p:nvSpPr>
        <p:spPr>
          <a:xfrm>
            <a:off x="9838944" y="5833872"/>
            <a:ext cx="310896" cy="0"/>
          </a:xfrm>
          <a:prstGeom prst="line">
            <a:avLst/>
          </a:prstGeom>
          <a:noFill/>
          <a:ln w="19050">
            <a:solidFill>
              <a:srgbClr val="3E77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61904" y="5833872"/>
            <a:ext cx="310896" cy="0"/>
          </a:xfrm>
          <a:prstGeom prst="line">
            <a:avLst/>
          </a:prstGeom>
          <a:noFill/>
          <a:ln w="19050">
            <a:solidFill>
              <a:srgbClr val="3E77C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3317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OfficeBridge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3375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클라이언트리스 제로트러스트 게이트웨이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8862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없이, 브라우저만으로 — 딱 필요한 사내 시스템만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지란지교 해커톤 STEP 2 · MVP 최종 발표  ·  [팀명]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VPN, 이대로 괜찮을까요?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685800" cy="685800"/>
          </a:xfrm>
          <a:prstGeom prst="ellipse">
            <a:avLst/>
          </a:prstGeom>
          <a:solidFill>
            <a:srgbClr val="EAF1F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C51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1783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과도한 노출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2212848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접속하는 순간, 필요 없는 시스템까지 전부 네트워크로 열립니다.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1520" y="3246120"/>
            <a:ext cx="685800" cy="685800"/>
          </a:xfrm>
          <a:prstGeom prst="ellipse">
            <a:avLst/>
          </a:prstGeom>
          <a:solidFill>
            <a:srgbClr val="EAF1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3246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C51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3200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설치의 장벽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3630168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재택·외근 인력, 협력사, 개인 기기 사용자에게 VPN 클라이언트는 진입장벽입니다.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31520" y="4663440"/>
            <a:ext cx="685800" cy="685800"/>
          </a:xfrm>
          <a:prstGeom prst="ellipse">
            <a:avLst/>
          </a:prstGeom>
          <a:solidFill>
            <a:srgbClr val="EAF1F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4663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C51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4617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로그인 이후엔 무방비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5047488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번 로그인하면 세션이 탈취돼도 계속 유효한 경우가 많습니다.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OfficeBridge · 지란지교 해커톤 STEP 2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51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OfficeBridge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0876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브라우저만으로, 딱 필요한 시스템만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3291840"/>
            <a:ext cx="2203704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291840"/>
            <a:ext cx="2203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51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아웃바운드 전용 커넥터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163824" y="3291840"/>
            <a:ext cx="2203704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163824" y="3291840"/>
            <a:ext cx="2203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51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부서·개인별 정책 접근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87568" y="3291840"/>
            <a:ext cx="2487168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87568" y="3291840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51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이후에도 지속 검증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5720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릴레이 서버가 인증·정책·행위기반검증을 담당하고, 사내망 안의 커넥터가 아웃바운드 연결로만 내부 시스템에 연결합니다.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벤더는 고객 사내망에 인바운드로 접근하지 않습니다.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OfficeBridge · 지란지교 해커톤 STEP 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동작 원리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2377440"/>
            <a:ext cx="2834640" cy="1371600"/>
          </a:xfrm>
          <a:prstGeom prst="roundRect">
            <a:avLst>
              <a:gd name="adj" fmla="val 6667"/>
            </a:avLst>
          </a:prstGeom>
          <a:solidFill>
            <a:srgbClr val="EAF1FB"/>
          </a:solidFill>
          <a:ln w="15875">
            <a:solidFill>
              <a:srgbClr val="0C51A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5786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838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브라우저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154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37760" y="2377440"/>
            <a:ext cx="2834640" cy="1371600"/>
          </a:xfrm>
          <a:prstGeom prst="roundRect">
            <a:avLst>
              <a:gd name="adj" fmla="val 6667"/>
            </a:avLst>
          </a:prstGeom>
          <a:solidFill>
            <a:srgbClr val="EAF1FB"/>
          </a:solidFill>
          <a:ln w="15875">
            <a:solidFill>
              <a:srgbClr val="0C51A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25786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838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릴레이 서버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3154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 · 정책 · 행위검증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052560" y="2377440"/>
            <a:ext cx="2834640" cy="1371600"/>
          </a:xfrm>
          <a:prstGeom prst="roundRect">
            <a:avLst>
              <a:gd name="adj" fmla="val 6667"/>
            </a:avLst>
          </a:prstGeom>
          <a:solidFill>
            <a:srgbClr val="EAF1FB"/>
          </a:solidFill>
          <a:ln w="15875">
            <a:solidFill>
              <a:srgbClr val="0C51A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052560" y="25786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838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커넥터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9052560" y="3154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사내망 내부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0" y="3063240"/>
            <a:ext cx="1280160" cy="0"/>
          </a:xfrm>
          <a:prstGeom prst="line">
            <a:avLst/>
          </a:prstGeom>
          <a:noFill/>
          <a:ln w="19050">
            <a:solidFill>
              <a:srgbClr val="0C51A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57600" y="267919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C51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0" y="3063240"/>
            <a:ext cx="1280160" cy="0"/>
          </a:xfrm>
          <a:prstGeom prst="line">
            <a:avLst/>
          </a:prstGeom>
          <a:noFill/>
          <a:ln w="19050">
            <a:solidFill>
              <a:srgbClr val="0C51A1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7132320" y="26791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C51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아웃바운드 WSS 터널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5720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릴레이는 고객 사내망으로 인바운드 연결을 열지 않습니다. 커넥터가 항상 먼저 연결을 시작합니다.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OfficeBridge · 지란지교 해커톤 STEP 2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요청 하나가 통과해야 하는 4단계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2468880"/>
            <a:ext cx="1005840" cy="1005840"/>
          </a:xfrm>
          <a:prstGeom prst="ellipse">
            <a:avLst/>
          </a:prstGeom>
          <a:solidFill>
            <a:srgbClr val="EAF1F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4688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C51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274320" y="3611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인증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" y="400507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세션 확인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847088" y="2971800"/>
            <a:ext cx="1380744" cy="0"/>
          </a:xfrm>
          <a:prstGeom prst="line">
            <a:avLst/>
          </a:prstGeom>
          <a:noFill/>
          <a:ln w="25400">
            <a:solidFill>
              <a:srgbClr val="E3E7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37560" y="2468880"/>
            <a:ext cx="1005840" cy="1005840"/>
          </a:xfrm>
          <a:prstGeom prst="ellipse">
            <a:avLst/>
          </a:prstGeom>
          <a:solidFill>
            <a:srgbClr val="EAF1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337560" y="24688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C51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2880360" y="3611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행위 검증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400507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업무시간 · 요청빈도 · 세션 IP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53128" y="2971800"/>
            <a:ext cx="1380744" cy="0"/>
          </a:xfrm>
          <a:prstGeom prst="line">
            <a:avLst/>
          </a:prstGeom>
          <a:noFill/>
          <a:ln w="25400">
            <a:solidFill>
              <a:srgbClr val="E3E7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0" y="2468880"/>
            <a:ext cx="1005840" cy="1005840"/>
          </a:xfrm>
          <a:prstGeom prst="ellipse">
            <a:avLst/>
          </a:prstGeom>
          <a:solidFill>
            <a:srgbClr val="EAF1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0" y="24688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C51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3611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정책 확인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349240" y="400507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부서/개인 접근 권한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059168" y="2971800"/>
            <a:ext cx="1380744" cy="0"/>
          </a:xfrm>
          <a:prstGeom prst="line">
            <a:avLst/>
          </a:prstGeom>
          <a:noFill/>
          <a:ln w="25400">
            <a:solidFill>
              <a:srgbClr val="E3E7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49640" y="2468880"/>
            <a:ext cx="1005840" cy="1005840"/>
          </a:xfrm>
          <a:prstGeom prst="ellipse">
            <a:avLst/>
          </a:prstGeom>
          <a:solidFill>
            <a:srgbClr val="0C51A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549640" y="24688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8092440" y="3611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커넥터 전달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0" y="400507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허용된 요청만 사내망으로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120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어느 단계든 실패하면 요청은 커넥터·사내망까지 도달하지 않습니다.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OfficeBridge · 지란지교 해커톤 STEP 2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구현된 핵심 기능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618488"/>
            <a:ext cx="457200" cy="457200"/>
          </a:xfrm>
          <a:prstGeom prst="ellipse">
            <a:avLst/>
          </a:prstGeom>
          <a:solidFill>
            <a:srgbClr val="EAF1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51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002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정책 엔진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1945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부서 정책 ∪ 개인 권한. 미허용 시스템은 요청 자체가 차단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141732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1618488"/>
            <a:ext cx="457200" cy="457200"/>
          </a:xfrm>
          <a:prstGeom prst="ellipse">
            <a:avLst/>
          </a:prstGeom>
          <a:solidFill>
            <a:srgbClr val="EAF1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17720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51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16002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행위 기반 검증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1945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업무시간외 · 요청빈도 · 세션 IP · 세션 수명 지속 확인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38160" y="141732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66760" y="1618488"/>
            <a:ext cx="457200" cy="457200"/>
          </a:xfrm>
          <a:prstGeom prst="ellipse">
            <a:avLst/>
          </a:prstGeom>
          <a:solidFill>
            <a:srgbClr val="EAF1F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66760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51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961120" y="16002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감사로그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21945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로그인·접속·관리자 조작 전체 기록, 실시간 스트리밍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329184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8680" y="3493008"/>
            <a:ext cx="457200" cy="457200"/>
          </a:xfrm>
          <a:prstGeom prst="ellipse">
            <a:avLst/>
          </a:prstGeom>
          <a:solidFill>
            <a:srgbClr val="EAF1F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8680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51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34747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관리자 콘솔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40690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정책 변경이 재시작 없이 즉시 반영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89120" y="329184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17720" y="3493008"/>
            <a:ext cx="457200" cy="457200"/>
          </a:xfrm>
          <a:prstGeom prst="ellipse">
            <a:avLst/>
          </a:prstGeom>
          <a:solidFill>
            <a:srgbClr val="EAF1F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617720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51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212080" y="34747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아웃바운드 터널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4617720" y="40690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커넥터가 먼저 연결, 인바운드 포트 없음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138160" y="329184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366760" y="3493008"/>
            <a:ext cx="457200" cy="457200"/>
          </a:xfrm>
          <a:prstGeom prst="ellipse">
            <a:avLst/>
          </a:prstGeom>
          <a:solidFill>
            <a:srgbClr val="EAF1F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366760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51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961120" y="34747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사내시스템 현황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8366760" y="40690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커넥터가 보고하는 상태를 실시간 표시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OfficeBridge · 지란지교 해커톤 STEP 2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38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Mock을 넘어서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258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사내 시스템 연동까지 확인했습니다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0F407E"/>
          </a:solidFill>
          <a:ln w="12700">
            <a:solidFill>
              <a:srgbClr val="1E5FB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30632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erp.jiran.com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7490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F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ERP 로그인 화면 정상 응답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27432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0F407E"/>
          </a:solidFill>
          <a:ln w="12700">
            <a:solidFill>
              <a:srgbClr val="1E5FB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30632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git.jiransoft.co.kr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37490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F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GitLab 로그인까지 리다이렉트 정상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02920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AF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앱 연동을 위해 HTTPS 백엔드 지원, 리다이렉트 도메인 재작성(게이트웨이 이탈 방지), 세션 쿠키 처리를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AF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추가로 구현했습니다 — mock 환경에서는 드러나지 않았던 실제 프로덕션급 이슈였습니다.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벤더는 당신의 내부망을 모릅니다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54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51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설계 원칙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77240" y="2148840"/>
            <a:ext cx="109728" cy="109728"/>
          </a:xfrm>
          <a:prstGeom prst="ellipse">
            <a:avLst/>
          </a:prstGeom>
          <a:solidFill>
            <a:srgbClr val="0C51A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202996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네트워크 지도는 커넥터만 안다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2715768"/>
            <a:ext cx="109728" cy="109728"/>
          </a:xfrm>
          <a:prstGeom prst="ellipse">
            <a:avLst/>
          </a:prstGeom>
          <a:solidFill>
            <a:srgbClr val="0C51A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59689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릴레이는 서비스 이름·정책만 다룬다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3282696"/>
            <a:ext cx="109728" cy="109728"/>
          </a:xfrm>
          <a:prstGeom prst="ellipse">
            <a:avLst/>
          </a:prstGeom>
          <a:solidFill>
            <a:srgbClr val="0C51A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316382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내부주소·on/off는 커넥터가 실시간 보고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51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남은 과제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63640" y="2148840"/>
            <a:ext cx="109728" cy="109728"/>
          </a:xfrm>
          <a:prstGeom prst="ellipse">
            <a:avLst/>
          </a:prstGeom>
          <a:solidFill>
            <a:srgbClr val="C7343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202996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세션이 인메모리 — 재시작 시 소실 (P1: 외부 스토어)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2715768"/>
            <a:ext cx="109728" cy="109728"/>
          </a:xfrm>
          <a:prstGeom prst="ellipse">
            <a:avLst/>
          </a:prstGeom>
          <a:solidFill>
            <a:srgbClr val="C734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37960" y="259689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커넥터 토큰이 고정 공유값 (커넥터별 고유 인증 필요)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3282696"/>
            <a:ext cx="109728" cy="109728"/>
          </a:xfrm>
          <a:prstGeom prst="ellipse">
            <a:avLst/>
          </a:prstGeom>
          <a:solidFill>
            <a:srgbClr val="C7343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37960" y="316382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자체 서명 인증서 (실배포 시 정식 인증서로 교체)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35040" y="1600200"/>
            <a:ext cx="0" cy="292608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OfficeBridge · 지란지교 해커톤 STEP 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관리자 콘솔 — 실시간으로 통제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828800"/>
            <a:ext cx="33832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2011680" y="2148840"/>
            <a:ext cx="731520" cy="731520"/>
          </a:xfrm>
          <a:prstGeom prst="ellipse">
            <a:avLst/>
          </a:prstGeom>
          <a:solidFill>
            <a:srgbClr val="EAF1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01168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C51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063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정책 접근관리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5204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부서/개인 권한을 클릭 한 번으로 부여·회수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34840" y="1828800"/>
            <a:ext cx="33832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0" y="2148840"/>
            <a:ext cx="731520" cy="731520"/>
          </a:xfrm>
          <a:prstGeom prst="ellipse">
            <a:avLst/>
          </a:prstGeom>
          <a:solidFill>
            <a:srgbClr val="EAF1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76072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C51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063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행위 기반 제어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35204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지속 검증 룰을 관리자가 on/off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83880" y="1828800"/>
            <a:ext cx="33832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9509760" y="2148840"/>
            <a:ext cx="731520" cy="731520"/>
          </a:xfrm>
          <a:prstGeom prst="ellipse">
            <a:avLst/>
          </a:prstGeom>
          <a:solidFill>
            <a:srgbClr val="EAF1F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50976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C51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3063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세션·계정 통제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35204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의심 세션 즉시 종료, 계정 잠금 해제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4572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83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정책 변경은 재배포·재시작 없이 즉시 반영됩니다.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다음 단계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77240" y="2377440"/>
            <a:ext cx="1188720" cy="411480"/>
          </a:xfrm>
          <a:prstGeom prst="roundRect">
            <a:avLst>
              <a:gd name="adj" fmla="val 13333"/>
            </a:avLst>
          </a:prstGeom>
          <a:solidFill>
            <a:srgbClr val="0C51A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23774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F-8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2971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추가 인증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3337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2차 인증 연동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103120" y="2578608"/>
            <a:ext cx="1280160" cy="0"/>
          </a:xfrm>
          <a:prstGeom prst="line">
            <a:avLst/>
          </a:prstGeom>
          <a:noFill/>
          <a:ln w="25400">
            <a:solidFill>
              <a:srgbClr val="E3E7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83280" y="2377440"/>
            <a:ext cx="1188720" cy="411480"/>
          </a:xfrm>
          <a:prstGeom prst="roundRect">
            <a:avLst>
              <a:gd name="adj" fmla="val 13333"/>
            </a:avLst>
          </a:prstGeom>
          <a:solidFill>
            <a:srgbClr val="0C51A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383280" y="23774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F-9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2971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요약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3337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이상행위 자동 요약·알림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2578608"/>
            <a:ext cx="1280160" cy="0"/>
          </a:xfrm>
          <a:prstGeom prst="line">
            <a:avLst/>
          </a:prstGeom>
          <a:noFill/>
          <a:ln w="25400">
            <a:solidFill>
              <a:srgbClr val="E3E7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89320" y="2377440"/>
            <a:ext cx="1188720" cy="411480"/>
          </a:xfrm>
          <a:prstGeom prst="roundRect">
            <a:avLst>
              <a:gd name="adj" fmla="val 13333"/>
            </a:avLst>
          </a:prstGeom>
          <a:solidFill>
            <a:srgbClr val="0C51A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89320" y="23774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F-10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623560" y="2971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커넥터 모니터링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532120" y="3337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상태·성능 대시보드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0" y="2578608"/>
            <a:ext cx="1280160" cy="0"/>
          </a:xfrm>
          <a:prstGeom prst="line">
            <a:avLst/>
          </a:prstGeom>
          <a:noFill/>
          <a:ln w="25400">
            <a:solidFill>
              <a:srgbClr val="E3E7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95360" y="2377440"/>
            <a:ext cx="1188720" cy="411480"/>
          </a:xfrm>
          <a:prstGeom prst="roundRect">
            <a:avLst>
              <a:gd name="adj" fmla="val 13333"/>
            </a:avLst>
          </a:prstGeom>
          <a:solidFill>
            <a:srgbClr val="0C51A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595360" y="23774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F-11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2971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개인 브릿지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3337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 기기용 경량 접속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297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단기적으로는 세션 영속화·커넥터별 토큰 발급을 우선순위로 두고 있습니다.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OfficeBridge · 지란지교 해커톤 STEP 2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38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4688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3429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없이, 브라우저만으로 — OfficeBridge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5852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[팀명]  ·  지란지교 해커톤 STEP 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2026-08-26T04:40:48Z</dcterms:created>
  <dcterms:modified xsi:type="dcterms:W3CDTF">2026-08-26T04:40:48Z</dcterms:modified>
</cp:coreProperties>
</file>